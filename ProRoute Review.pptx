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96" r:id="rId6"/>
    <p:sldId id="302" r:id="rId7"/>
    <p:sldId id="307" r:id="rId8"/>
    <p:sldId id="308" r:id="rId9"/>
    <p:sldId id="309" r:id="rId10"/>
    <p:sldId id="310" r:id="rId11"/>
    <p:sldId id="289" r:id="rId12"/>
    <p:sldId id="290" r:id="rId13"/>
    <p:sldId id="293" r:id="rId14"/>
    <p:sldId id="270" r:id="rId15"/>
    <p:sldId id="30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33CE48-36EF-4FAF-B4F3-4A2878AD1B64}" v="2" dt="2026-04-23T07:37:16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5" autoAdjust="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outlineViewPr>
    <p:cViewPr>
      <p:scale>
        <a:sx n="33" d="100"/>
        <a:sy n="33" d="100"/>
      </p:scale>
      <p:origin x="0" y="-38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1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VITHA PALAKURTHY" userId="5f54d44152cfe9be" providerId="LiveId" clId="{F3DABFF6-63D3-49AE-B548-51BF50F74630}"/>
    <pc:docChg chg="undo custSel modSld">
      <pc:chgData name="MANVITHA PALAKURTHY" userId="5f54d44152cfe9be" providerId="LiveId" clId="{F3DABFF6-63D3-49AE-B548-51BF50F74630}" dt="2026-04-23T07:37:19.313" v="13" actId="20577"/>
      <pc:docMkLst>
        <pc:docMk/>
      </pc:docMkLst>
      <pc:sldChg chg="modSp mod">
        <pc:chgData name="MANVITHA PALAKURTHY" userId="5f54d44152cfe9be" providerId="LiveId" clId="{F3DABFF6-63D3-49AE-B548-51BF50F74630}" dt="2026-04-23T07:37:19.313" v="13" actId="20577"/>
        <pc:sldMkLst>
          <pc:docMk/>
          <pc:sldMk cId="1640810724" sldId="270"/>
        </pc:sldMkLst>
        <pc:spChg chg="mod">
          <ac:chgData name="MANVITHA PALAKURTHY" userId="5f54d44152cfe9be" providerId="LiveId" clId="{F3DABFF6-63D3-49AE-B548-51BF50F74630}" dt="2026-04-23T07:37:19.313" v="13" actId="20577"/>
          <ac:spMkLst>
            <pc:docMk/>
            <pc:sldMk cId="1640810724" sldId="270"/>
            <ac:spMk id="5" creationId="{C801EFCB-EA1A-D4FE-66B6-25A05641E37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4CBD-ED81-4EAB-8DC4-9B108150D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958" y="250662"/>
            <a:ext cx="10572000" cy="2971051"/>
          </a:xfrm>
        </p:spPr>
        <p:txBody>
          <a:bodyPr/>
          <a:lstStyle/>
          <a:p>
            <a:r>
              <a:rPr lang="en-IN" sz="4800" dirty="0"/>
              <a:t>KLU Design Thinking for Innovation</a:t>
            </a:r>
            <a:br>
              <a:rPr lang="en-IN" sz="4800" dirty="0"/>
            </a:br>
            <a:r>
              <a:rPr lang="en-IN" sz="4800" dirty="0"/>
              <a:t>Project Title: </a:t>
            </a:r>
            <a:r>
              <a:rPr lang="en-IN" sz="4800" dirty="0">
                <a:solidFill>
                  <a:schemeClr val="bg2"/>
                </a:solidFill>
              </a:rPr>
              <a:t>PROROUTE</a:t>
            </a:r>
            <a:br>
              <a:rPr lang="en-IN" sz="4800" dirty="0"/>
            </a:b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4C0A1-027B-412D-AEB5-A07C575A47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Department : CSE              Section : 9    				Batch : 3	 				</a:t>
            </a:r>
          </a:p>
        </p:txBody>
      </p:sp>
    </p:spTree>
    <p:extLst>
      <p:ext uri="{BB962C8B-B14F-4D97-AF65-F5344CB8AC3E}">
        <p14:creationId xmlns:p14="http://schemas.microsoft.com/office/powerpoint/2010/main" val="313647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78DC-ED3C-498E-86CD-274FE927B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-66908"/>
            <a:ext cx="10571998" cy="804321"/>
          </a:xfrm>
        </p:spPr>
        <p:txBody>
          <a:bodyPr/>
          <a:lstStyle/>
          <a:p>
            <a:r>
              <a:rPr lang="en-US" dirty="0"/>
              <a:t>Project Team - Introduction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F65EFD2-32D4-4310-9CD7-4A6B7CAFC2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969216"/>
              </p:ext>
            </p:extLst>
          </p:nvPr>
        </p:nvGraphicFramePr>
        <p:xfrm>
          <a:off x="1189608" y="1920240"/>
          <a:ext cx="8922996" cy="467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011">
                  <a:extLst>
                    <a:ext uri="{9D8B030D-6E8A-4147-A177-3AD203B41FA5}">
                      <a16:colId xmlns:a16="http://schemas.microsoft.com/office/drawing/2014/main" val="1560942518"/>
                    </a:ext>
                  </a:extLst>
                </a:gridCol>
                <a:gridCol w="2157274">
                  <a:extLst>
                    <a:ext uri="{9D8B030D-6E8A-4147-A177-3AD203B41FA5}">
                      <a16:colId xmlns:a16="http://schemas.microsoft.com/office/drawing/2014/main" val="1854815345"/>
                    </a:ext>
                  </a:extLst>
                </a:gridCol>
                <a:gridCol w="2390384">
                  <a:extLst>
                    <a:ext uri="{9D8B030D-6E8A-4147-A177-3AD203B41FA5}">
                      <a16:colId xmlns:a16="http://schemas.microsoft.com/office/drawing/2014/main" val="2052755397"/>
                    </a:ext>
                  </a:extLst>
                </a:gridCol>
                <a:gridCol w="3505327">
                  <a:extLst>
                    <a:ext uri="{9D8B030D-6E8A-4147-A177-3AD203B41FA5}">
                      <a16:colId xmlns:a16="http://schemas.microsoft.com/office/drawing/2014/main" val="613329106"/>
                    </a:ext>
                  </a:extLst>
                </a:gridCol>
              </a:tblGrid>
              <a:tr h="261421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 in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36740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2320030344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M.Manasa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96871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2320030136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T.Sai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Nysitha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518374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2320090060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Manvitha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908285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2320090066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E.Kaarteka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462585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89435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464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53552"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167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06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E2EA9-10E9-1510-3FD9-09EB475A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1143487"/>
          </a:xfrm>
        </p:spPr>
        <p:txBody>
          <a:bodyPr/>
          <a:lstStyle/>
          <a:p>
            <a:r>
              <a:rPr lang="en-US" dirty="0"/>
              <a:t>PROROUTE</a:t>
            </a:r>
            <a:br>
              <a:rPr lang="en-US" dirty="0"/>
            </a:br>
            <a:r>
              <a:rPr lang="en-US" dirty="0"/>
              <a:t>(Mapping careers, Empowering Futures)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315C3-7681-44DA-5EA7-B43576869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i="0" dirty="0">
                <a:effectLst/>
                <a:latin typeface="-apple-system"/>
              </a:rPr>
              <a:t>Mapping careers means creating a plan or a roadmap for your career development . It involves identifying your long-term career goal, the skills and experiences you need to achieve it, and the steps you need to take along the way.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3912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5B24-B2AE-D0C3-08F5-C2ECE9F8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Breakdown of potential careers across different fields:</a:t>
            </a:r>
            <a:br>
              <a:rPr lang="en-US" sz="2000" dirty="0"/>
            </a:b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B2F1F-BFD0-FD2D-A22C-57AE791A6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Science</a:t>
            </a:r>
          </a:p>
          <a:p>
            <a:r>
              <a:rPr lang="en-US" dirty="0"/>
              <a:t> Biologist: Study living organisms and their environments.</a:t>
            </a:r>
          </a:p>
          <a:p>
            <a:r>
              <a:rPr lang="en-US" dirty="0"/>
              <a:t> Chemist: Research and analyze substances at the molecular and atomic levels. </a:t>
            </a:r>
          </a:p>
          <a:p>
            <a:r>
              <a:rPr lang="en-US" dirty="0"/>
              <a:t>Physicist: Investigate the nature of the universe, energy, and matter. </a:t>
            </a:r>
          </a:p>
          <a:p>
            <a:r>
              <a:rPr lang="en-US" dirty="0"/>
              <a:t>Ecologist: Study the relationships between organisms and their environments. </a:t>
            </a:r>
          </a:p>
          <a:p>
            <a:pPr marL="0" indent="0">
              <a:buNone/>
            </a:pPr>
            <a:r>
              <a:rPr lang="en-US" dirty="0"/>
              <a:t>Arts and Humanities: </a:t>
            </a:r>
          </a:p>
          <a:p>
            <a:r>
              <a:rPr lang="en-US" dirty="0"/>
              <a:t>Writer/Author: Create written content for various publications.</a:t>
            </a:r>
          </a:p>
          <a:p>
            <a:r>
              <a:rPr lang="en-US" dirty="0"/>
              <a:t> Graphic Designer: Design visual concepts using computer software. </a:t>
            </a:r>
          </a:p>
          <a:p>
            <a:r>
              <a:rPr lang="en-US" dirty="0"/>
              <a:t>Historian: Research and analyze historical events, periods, and cultures. </a:t>
            </a:r>
          </a:p>
          <a:p>
            <a:r>
              <a:rPr lang="en-US" dirty="0"/>
              <a:t>Musician/Composer: Create and perform music compositions.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563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9E7F-26ED-543F-775E-C9D7BACF6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A6DC8-1898-9340-4989-F2EBD4557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Social Sciences:</a:t>
            </a:r>
          </a:p>
          <a:p>
            <a:r>
              <a:rPr lang="en-US" dirty="0"/>
              <a:t> Psychologist: Study behavior and mental processes. </a:t>
            </a:r>
          </a:p>
          <a:p>
            <a:r>
              <a:rPr lang="en-US" dirty="0"/>
              <a:t>Sociologist: Analyze human societies and social behavior. </a:t>
            </a:r>
          </a:p>
          <a:p>
            <a:r>
              <a:rPr lang="en-US" dirty="0"/>
              <a:t>Economist: Study the production and distribution of resources. </a:t>
            </a:r>
          </a:p>
          <a:p>
            <a:r>
              <a:rPr lang="en-US" dirty="0"/>
              <a:t>Political Scientist: Research political systems and behavior.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21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D932-EB1E-B8B8-4D0C-04276B76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9910-8363-8D07-A555-8902BA834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Business and Management: </a:t>
            </a:r>
          </a:p>
          <a:p>
            <a:r>
              <a:rPr lang="en-US" dirty="0"/>
              <a:t>Marketing Manager: Develop marketing strategies and campaigns.</a:t>
            </a:r>
          </a:p>
          <a:p>
            <a:r>
              <a:rPr lang="en-US" dirty="0"/>
              <a:t> Financial Analyst: Analyze financial data and make investment recommendations.</a:t>
            </a:r>
          </a:p>
          <a:p>
            <a:r>
              <a:rPr lang="en-US" dirty="0"/>
              <a:t>Human Resources Manager: Oversee recruitment, training, and employee relations.</a:t>
            </a:r>
          </a:p>
          <a:p>
            <a:r>
              <a:rPr lang="en-US" dirty="0"/>
              <a:t>Operations Manager: Manage daily operations and streamline processes. </a:t>
            </a:r>
          </a:p>
          <a:p>
            <a:pPr marL="0" indent="0">
              <a:buNone/>
            </a:pPr>
            <a:r>
              <a:rPr lang="en-US" dirty="0"/>
              <a:t>Technology: </a:t>
            </a:r>
          </a:p>
          <a:p>
            <a:r>
              <a:rPr lang="en-US" dirty="0"/>
              <a:t>Software Developer/Engineer: Create applications, systems, or software.</a:t>
            </a:r>
          </a:p>
          <a:p>
            <a:r>
              <a:rPr lang="en-US" dirty="0"/>
              <a:t> Network Administrator: Manage and support an organization's computer networks.</a:t>
            </a:r>
          </a:p>
          <a:p>
            <a:r>
              <a:rPr lang="en-US" dirty="0"/>
              <a:t>Cybersecurity Analyst: Protect systems and networks from cyber threats. </a:t>
            </a:r>
          </a:p>
          <a:p>
            <a:r>
              <a:rPr lang="en-US" dirty="0"/>
              <a:t>UX/UI Designer: Design user interfaces and experiences for digital products.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39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8C814-C4CD-11BB-E202-FBE599DC6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QUESTIONNAIRE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30877-6F00-96FF-7D50-DC53FA1A8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https://docs.google.com/forms/d/e/1FAIpQLSdFJ87QUg-QVBOTyH5lBxKkZ3GXAt2MXp05mFPedJBzniZg2A/viewform</a:t>
            </a:r>
          </a:p>
        </p:txBody>
      </p:sp>
    </p:spTree>
    <p:extLst>
      <p:ext uri="{BB962C8B-B14F-4D97-AF65-F5344CB8AC3E}">
        <p14:creationId xmlns:p14="http://schemas.microsoft.com/office/powerpoint/2010/main" val="145101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5AEB-5788-4261-A1C3-95B840377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7188"/>
            <a:ext cx="11949344" cy="970450"/>
          </a:xfrm>
        </p:spPr>
        <p:txBody>
          <a:bodyPr/>
          <a:lstStyle/>
          <a:p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Rough Prototype</a:t>
            </a:r>
            <a:r>
              <a:rPr lang="en-IN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FEC419-5873-139C-A181-D94D685E1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626" y="1950099"/>
            <a:ext cx="3875309" cy="480526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AB2B4-D745-CB02-4253-79092FFB3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134" y="2062066"/>
            <a:ext cx="4195665" cy="469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10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9CACC-D20C-4152-878C-6FF0612A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Rough Prototype: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65129B-14EF-D882-0B04-1B2D04F54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675" y="2379306"/>
            <a:ext cx="4607774" cy="41707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236B88-29D1-B7CF-8021-D85360FE2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446434"/>
            <a:ext cx="4861981" cy="396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64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8274A-C6EE-4B4E-B807-6D302D94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93841"/>
            <a:ext cx="10571998" cy="97045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High Fidelity Prototype: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BDE81-C583-197C-DED3-976BFF34D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75273" y="2313993"/>
            <a:ext cx="8315152" cy="389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24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8274A-C6EE-4B4E-B807-6D302D94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374" y="474227"/>
            <a:ext cx="10571998" cy="97045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Testing</a:t>
            </a:r>
            <a:r>
              <a:rPr lang="en-US" dirty="0"/>
              <a:t> : </a:t>
            </a:r>
            <a:r>
              <a:rPr lang="en-IN" dirty="0"/>
              <a:t>Submitted Together with this Report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1EFCB-EA1A-D4FE-66B6-25A05641E370}"/>
              </a:ext>
            </a:extLst>
          </p:cNvPr>
          <p:cNvSpPr txBox="1"/>
          <p:nvPr/>
        </p:nvSpPr>
        <p:spPr>
          <a:xfrm>
            <a:off x="2676832" y="3244334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https://github.com/manvitha2005-rgb/ProRoute</a:t>
            </a:r>
          </a:p>
        </p:txBody>
      </p:sp>
    </p:spTree>
    <p:extLst>
      <p:ext uri="{BB962C8B-B14F-4D97-AF65-F5344CB8AC3E}">
        <p14:creationId xmlns:p14="http://schemas.microsoft.com/office/powerpoint/2010/main" val="1640810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5960-CA77-AF37-D654-238C133E5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07" y="-133846"/>
            <a:ext cx="10572000" cy="2971051"/>
          </a:xfrm>
        </p:spPr>
        <p:txBody>
          <a:bodyPr/>
          <a:lstStyle/>
          <a:p>
            <a:r>
              <a:rPr lang="en-US" sz="6600" dirty="0"/>
              <a:t>             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973711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B0043813AA449A0E8318380316D1A" ma:contentTypeVersion="7" ma:contentTypeDescription="Create a new document." ma:contentTypeScope="" ma:versionID="75595f0f4444f6d495c6f39c1aa42db9">
  <xsd:schema xmlns:xsd="http://www.w3.org/2001/XMLSchema" xmlns:xs="http://www.w3.org/2001/XMLSchema" xmlns:p="http://schemas.microsoft.com/office/2006/metadata/properties" xmlns:ns2="7f2aa108-8372-4f1a-bc43-faa6d0035113" targetNamespace="http://schemas.microsoft.com/office/2006/metadata/properties" ma:root="true" ma:fieldsID="acb04c84e6a005d544ea79bb32f88523" ns2:_="">
    <xsd:import namespace="7f2aa108-8372-4f1a-bc43-faa6d00351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2aa108-8372-4f1a-bc43-faa6d00351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7F7158-587A-4EC2-9025-4E4570F0C3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2aa108-8372-4f1a-bc43-faa6d00351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BFB772-9227-458B-8741-F55C09FA49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AD597D-0998-43AF-A30C-6166253A336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621</TotalTime>
  <Words>417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-apple-system</vt:lpstr>
      <vt:lpstr>Century Gothic</vt:lpstr>
      <vt:lpstr>Wingdings 2</vt:lpstr>
      <vt:lpstr>Quotable</vt:lpstr>
      <vt:lpstr>KLU Design Thinking for Innovation Project Title: PROROUTE </vt:lpstr>
      <vt:lpstr>Project Team - Introduction</vt:lpstr>
      <vt:lpstr>PROROUTE (Mapping careers, Empowering Futures)</vt:lpstr>
      <vt:lpstr>Breakdown of potential careers across different fields: </vt:lpstr>
      <vt:lpstr>PowerPoint Presentation</vt:lpstr>
      <vt:lpstr>PowerPoint Presentation</vt:lpstr>
      <vt:lpstr>QUESTIONNAIRE</vt:lpstr>
      <vt:lpstr>Rough Prototype:</vt:lpstr>
      <vt:lpstr>Rough Prototype:</vt:lpstr>
      <vt:lpstr>High Fidelity Prototype: </vt:lpstr>
      <vt:lpstr>Testing : Submitted Together with this Report</vt:lpstr>
      <vt:lpstr>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In Progress Submission 1</dc:title>
  <dc:creator>David Wittenberg</dc:creator>
  <cp:lastModifiedBy>MANVITHA PALAKURTHY</cp:lastModifiedBy>
  <cp:revision>32</cp:revision>
  <dcterms:created xsi:type="dcterms:W3CDTF">2021-01-14T15:24:21Z</dcterms:created>
  <dcterms:modified xsi:type="dcterms:W3CDTF">2026-04-23T07:37:21Z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0x010100850B0043813AA449A0E8318380316D1A</vt:lpwstr>
  </property>
</Properties>
</file>